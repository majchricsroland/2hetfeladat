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5" r:id="rId5"/>
    <p:sldId id="260" r:id="rId6"/>
    <p:sldId id="258" r:id="rId7"/>
    <p:sldId id="261" r:id="rId8"/>
    <p:sldId id="264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76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313644-2B09-4A7C-8449-9E75828EF0D7}" type="slidenum">
              <a:t>‹#›</a:t>
            </a:fld>
            <a:endParaRPr/>
          </a:p>
        </p:txBody>
      </p:sp>
      <p:sp>
        <p:nvSpPr>
          <p:cNvPr id="2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F61223-7924-4B1E-A773-527E5161C7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9372600" cy="213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Droid Sans"/>
              </a:rPr>
              <a:t>2 Hetes Projektfeladat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25146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pPr algn="ctr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Tőzsde Szimulátor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372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Droid Sans"/>
              </a:rPr>
              <a:t>2 Hetes Projektfeladat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11430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Tőzsde Szimulátor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514600"/>
            <a:ext cx="100584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pPr algn="ctr"/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Készítették: Molnár Máte, Majchrics Roland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2F4C-DB9D-1F07-AF6E-698FB6FE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lényeg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CD12-B20C-A05F-4A4A-21CDC324013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474926"/>
            <a:ext cx="8876220" cy="2991588"/>
          </a:xfrm>
        </p:spPr>
        <p:txBody>
          <a:bodyPr/>
          <a:lstStyle/>
          <a:p>
            <a:pPr algn="l"/>
            <a:r>
              <a:rPr lang="en-US" sz="3600" dirty="0"/>
              <a:t>A </a:t>
            </a:r>
            <a:r>
              <a:rPr lang="en-US" sz="3600" dirty="0" err="1"/>
              <a:t>felhasználó</a:t>
            </a:r>
            <a:r>
              <a:rPr lang="en-US" sz="3600" dirty="0"/>
              <a:t> 10000 </a:t>
            </a:r>
            <a:r>
              <a:rPr lang="en-US" sz="3600" dirty="0" err="1"/>
              <a:t>Euróval</a:t>
            </a:r>
            <a:r>
              <a:rPr lang="en-US" sz="3600" dirty="0"/>
              <a:t> </a:t>
            </a:r>
            <a:r>
              <a:rPr lang="en-US" sz="3600" dirty="0" err="1"/>
              <a:t>kezd</a:t>
            </a:r>
            <a:endParaRPr lang="en-US" sz="3600" dirty="0"/>
          </a:p>
          <a:p>
            <a:pPr algn="l"/>
            <a:r>
              <a:rPr lang="en-US" sz="3600" dirty="0"/>
              <a:t>5 </a:t>
            </a:r>
            <a:r>
              <a:rPr lang="en-US" sz="3600" dirty="0" err="1"/>
              <a:t>cégbe</a:t>
            </a:r>
            <a:r>
              <a:rPr lang="en-US" sz="3600" dirty="0"/>
              <a:t> (Nvidia, AMD, Intel, Microsoft, Apple) </a:t>
            </a:r>
            <a:r>
              <a:rPr lang="en-US" sz="3600" dirty="0" err="1"/>
              <a:t>tud</a:t>
            </a:r>
            <a:r>
              <a:rPr lang="en-US" sz="3600" dirty="0"/>
              <a:t> </a:t>
            </a:r>
            <a:r>
              <a:rPr lang="en-US" sz="3600" dirty="0" err="1"/>
              <a:t>befektetni</a:t>
            </a:r>
            <a:r>
              <a:rPr lang="en-US" sz="3600" dirty="0"/>
              <a:t> x </a:t>
            </a:r>
            <a:r>
              <a:rPr lang="en-US" sz="3600" dirty="0" err="1"/>
              <a:t>összeget</a:t>
            </a:r>
            <a:r>
              <a:rPr lang="en-US" sz="3600" dirty="0"/>
              <a:t>.</a:t>
            </a:r>
          </a:p>
          <a:p>
            <a:pPr algn="l"/>
            <a:r>
              <a:rPr lang="en-US" sz="3600" dirty="0"/>
              <a:t>Az </a:t>
            </a:r>
            <a:r>
              <a:rPr lang="en-US" sz="3600" dirty="0" err="1"/>
              <a:t>árfolyam</a:t>
            </a:r>
            <a:r>
              <a:rPr lang="en-US" sz="3600" dirty="0"/>
              <a:t> </a:t>
            </a:r>
            <a:r>
              <a:rPr lang="en-US" sz="3600" dirty="0" err="1"/>
              <a:t>másodpercenként</a:t>
            </a:r>
            <a:r>
              <a:rPr lang="en-US" sz="3600" dirty="0"/>
              <a:t> </a:t>
            </a:r>
            <a:r>
              <a:rPr lang="en-US" sz="3600" dirty="0" err="1"/>
              <a:t>változik</a:t>
            </a:r>
            <a:r>
              <a:rPr lang="en-US" sz="3600" dirty="0"/>
              <a:t>.</a:t>
            </a:r>
          </a:p>
          <a:p>
            <a:pPr algn="l"/>
            <a:r>
              <a:rPr lang="en-US" sz="3600" dirty="0" err="1"/>
              <a:t>Kilépéskor</a:t>
            </a:r>
            <a:r>
              <a:rPr lang="en-US" sz="3600" dirty="0"/>
              <a:t> </a:t>
            </a:r>
            <a:r>
              <a:rPr lang="en-US" sz="3600" dirty="0" err="1"/>
              <a:t>elmenti</a:t>
            </a:r>
            <a:r>
              <a:rPr lang="en-US" sz="3600" dirty="0"/>
              <a:t> a </a:t>
            </a:r>
            <a:r>
              <a:rPr lang="en-US" sz="3600" dirty="0" err="1"/>
              <a:t>felhasználó</a:t>
            </a:r>
            <a:r>
              <a:rPr lang="en-US" sz="3600" dirty="0"/>
              <a:t> </a:t>
            </a:r>
            <a:r>
              <a:rPr lang="en-US" sz="3600" dirty="0" err="1"/>
              <a:t>adatait</a:t>
            </a:r>
            <a:r>
              <a:rPr lang="en-US" sz="3600" dirty="0"/>
              <a:t> a program.</a:t>
            </a:r>
          </a:p>
        </p:txBody>
      </p:sp>
    </p:spTree>
    <p:extLst>
      <p:ext uri="{BB962C8B-B14F-4D97-AF65-F5344CB8AC3E}">
        <p14:creationId xmlns:p14="http://schemas.microsoft.com/office/powerpoint/2010/main" val="100009246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F3E9-96FC-E2AF-CE9A-83F58CA9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080625" cy="5670549"/>
          </a:xfrm>
        </p:spPr>
        <p:txBody>
          <a:bodyPr/>
          <a:lstStyle/>
          <a:p>
            <a:r>
              <a:rPr lang="en-US" dirty="0" err="1"/>
              <a:t>Majchrics</a:t>
            </a:r>
            <a:r>
              <a:rPr lang="en-US" dirty="0"/>
              <a:t> Roland</a:t>
            </a:r>
          </a:p>
        </p:txBody>
      </p:sp>
    </p:spTree>
    <p:extLst>
      <p:ext uri="{BB962C8B-B14F-4D97-AF65-F5344CB8AC3E}">
        <p14:creationId xmlns:p14="http://schemas.microsoft.com/office/powerpoint/2010/main" val="3400015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21DA-13AD-DFD0-8C56-C130A5C3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Minden a main </a:t>
            </a:r>
            <a:r>
              <a:rPr lang="en-US" dirty="0" err="1"/>
              <a:t>előtt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998C-BFF5-75E9-2F09-DFA712C3826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837829"/>
            <a:ext cx="9071640" cy="4265783"/>
          </a:xfrm>
        </p:spPr>
        <p:txBody>
          <a:bodyPr/>
          <a:lstStyle/>
          <a:p>
            <a:pPr algn="l"/>
            <a:r>
              <a:rPr lang="en-US" dirty="0"/>
              <a:t>static class </a:t>
            </a:r>
            <a:r>
              <a:rPr lang="en-US" dirty="0" err="1"/>
              <a:t>ceg</a:t>
            </a:r>
            <a:r>
              <a:rPr lang="en-US" dirty="0"/>
              <a:t>: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cégnek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adatait</a:t>
            </a:r>
            <a:r>
              <a:rPr lang="en-US" dirty="0"/>
              <a:t> </a:t>
            </a:r>
            <a:r>
              <a:rPr lang="en-US" dirty="0" err="1"/>
              <a:t>ebből</a:t>
            </a:r>
            <a:r>
              <a:rPr lang="en-US" dirty="0"/>
              <a:t> </a:t>
            </a:r>
            <a:r>
              <a:rPr lang="en-US" dirty="0" err="1"/>
              <a:t>hozzuk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 (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árfolyam</a:t>
            </a:r>
            <a:r>
              <a:rPr lang="en-US" dirty="0"/>
              <a:t>, </a:t>
            </a:r>
            <a:r>
              <a:rPr lang="en-US" dirty="0" err="1"/>
              <a:t>részvények</a:t>
            </a:r>
            <a:r>
              <a:rPr lang="en-US" dirty="0"/>
              <a:t>, </a:t>
            </a:r>
            <a:r>
              <a:rPr lang="en-US" dirty="0" err="1"/>
              <a:t>hír</a:t>
            </a:r>
            <a:r>
              <a:rPr lang="en-US" dirty="0"/>
              <a:t>, </a:t>
            </a:r>
            <a:r>
              <a:rPr lang="en-US" dirty="0" err="1"/>
              <a:t>hirHatás</a:t>
            </a:r>
            <a:r>
              <a:rPr lang="en-US" dirty="0"/>
              <a:t>)</a:t>
            </a:r>
          </a:p>
          <a:p>
            <a:pPr algn="l"/>
            <a:r>
              <a:rPr lang="en-US" dirty="0"/>
              <a:t>SAVE_FILE: user_data.dat-ban </a:t>
            </a:r>
            <a:r>
              <a:rPr lang="en-US" dirty="0" err="1"/>
              <a:t>menti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adatait</a:t>
            </a:r>
            <a:r>
              <a:rPr lang="en-US" dirty="0"/>
              <a:t>. </a:t>
            </a:r>
            <a:r>
              <a:rPr lang="en-US" dirty="0" err="1"/>
              <a:t>Csak</a:t>
            </a:r>
            <a:r>
              <a:rPr lang="en-US" dirty="0"/>
              <a:t> a </a:t>
            </a:r>
            <a:r>
              <a:rPr lang="en-US" dirty="0" err="1"/>
              <a:t>projektfájl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 </a:t>
            </a:r>
            <a:r>
              <a:rPr lang="en-US" dirty="0" err="1"/>
              <a:t>megnyitni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olvasni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63137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C031-E029-2C62-344C-8C8E1358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DE0D-EAA7-0659-C4D1-41B0C3DD5A9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109779"/>
            <a:ext cx="9071640" cy="4265783"/>
          </a:xfrm>
        </p:spPr>
        <p:txBody>
          <a:bodyPr/>
          <a:lstStyle/>
          <a:p>
            <a:pPr algn="l"/>
            <a:r>
              <a:rPr lang="en-US" dirty="0"/>
              <a:t>Thread: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eszköz</a:t>
            </a:r>
            <a:r>
              <a:rPr lang="en-US" dirty="0"/>
              <a:t>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program </a:t>
            </a:r>
            <a:r>
              <a:rPr lang="en-US" dirty="0" err="1"/>
              <a:t>egyszerre</a:t>
            </a:r>
            <a:r>
              <a:rPr lang="en-US" dirty="0"/>
              <a:t>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dolgot</a:t>
            </a:r>
            <a:r>
              <a:rPr lang="en-US" dirty="0"/>
              <a:t> </a:t>
            </a:r>
            <a:r>
              <a:rPr lang="en-US" dirty="0" err="1"/>
              <a:t>csináljon</a:t>
            </a:r>
            <a:r>
              <a:rPr lang="en-US" dirty="0"/>
              <a:t>.</a:t>
            </a:r>
          </a:p>
          <a:p>
            <a:pPr algn="l"/>
            <a:r>
              <a:rPr lang="en-US" dirty="0" err="1"/>
              <a:t>Ameddig</a:t>
            </a:r>
            <a:r>
              <a:rPr lang="en-US" dirty="0"/>
              <a:t> a program </a:t>
            </a:r>
            <a:r>
              <a:rPr lang="en-US" dirty="0" err="1"/>
              <a:t>fut</a:t>
            </a:r>
            <a:r>
              <a:rPr lang="en-US" dirty="0"/>
              <a:t> </a:t>
            </a:r>
            <a:r>
              <a:rPr lang="en-US" dirty="0" err="1"/>
              <a:t>addig</a:t>
            </a:r>
            <a:r>
              <a:rPr lang="en-US" dirty="0"/>
              <a:t> </a:t>
            </a:r>
            <a:r>
              <a:rPr lang="en-US" dirty="0" err="1"/>
              <a:t>generál</a:t>
            </a:r>
            <a:r>
              <a:rPr lang="en-US" dirty="0"/>
              <a:t> random </a:t>
            </a:r>
            <a:r>
              <a:rPr lang="en-US" dirty="0" err="1"/>
              <a:t>szám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valtozást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árfolyamban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hírt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cégnek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24363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7CA3-C998-0B87-28B7-49EF713C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5B22-4A36-0834-7FF6-F56FA176908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2056623"/>
            <a:ext cx="9071640" cy="1828193"/>
          </a:xfrm>
        </p:spPr>
        <p:txBody>
          <a:bodyPr/>
          <a:lstStyle/>
          <a:p>
            <a:pPr algn="l"/>
            <a:r>
              <a:rPr lang="en-US" dirty="0"/>
              <a:t>While: scanner-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megadni</a:t>
            </a:r>
            <a:r>
              <a:rPr lang="en-US" dirty="0"/>
              <a:t> a </a:t>
            </a:r>
            <a:r>
              <a:rPr lang="en-US" dirty="0" err="1"/>
              <a:t>lehetőségeket</a:t>
            </a:r>
            <a:r>
              <a:rPr lang="en-US" dirty="0"/>
              <a:t>. Switch-case-ben Vannak a </a:t>
            </a:r>
            <a:r>
              <a:rPr lang="en-US" dirty="0" err="1"/>
              <a:t>parancsok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117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2C1E-2B54-8313-C90D-FB593723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Switch-case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7793-F3A6-251E-B978-BF3659F3DD9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599"/>
            <a:ext cx="9071640" cy="394934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1) “</a:t>
            </a:r>
            <a:r>
              <a:rPr lang="en-US" dirty="0" err="1"/>
              <a:t>vetel</a:t>
            </a:r>
            <a:r>
              <a:rPr lang="en-US" dirty="0"/>
              <a:t>” – </a:t>
            </a:r>
            <a:r>
              <a:rPr lang="en-US" dirty="0" err="1"/>
              <a:t>ezzel</a:t>
            </a:r>
            <a:r>
              <a:rPr lang="en-US" dirty="0"/>
              <a:t> </a:t>
            </a:r>
            <a:r>
              <a:rPr lang="en-US" dirty="0" err="1"/>
              <a:t>veszel</a:t>
            </a:r>
            <a:r>
              <a:rPr lang="en-US" dirty="0"/>
              <a:t> </a:t>
            </a:r>
            <a:r>
              <a:rPr lang="en-US" dirty="0" err="1"/>
              <a:t>részvényt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2) “</a:t>
            </a:r>
            <a:r>
              <a:rPr lang="en-US" dirty="0" err="1"/>
              <a:t>eladas</a:t>
            </a:r>
            <a:r>
              <a:rPr lang="en-US" dirty="0"/>
              <a:t>” – </a:t>
            </a:r>
            <a:r>
              <a:rPr lang="en-US" dirty="0" err="1"/>
              <a:t>ezzel</a:t>
            </a:r>
            <a:r>
              <a:rPr lang="en-US" dirty="0"/>
              <a:t> </a:t>
            </a:r>
            <a:r>
              <a:rPr lang="en-US" dirty="0" err="1"/>
              <a:t>adod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részvényeidet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3) “tart” – </a:t>
            </a:r>
            <a:r>
              <a:rPr lang="en-US" dirty="0" err="1"/>
              <a:t>ezzel</a:t>
            </a:r>
            <a:r>
              <a:rPr lang="en-US" dirty="0"/>
              <a:t> </a:t>
            </a:r>
            <a:r>
              <a:rPr lang="en-US" dirty="0" err="1"/>
              <a:t>vársz</a:t>
            </a:r>
            <a:r>
              <a:rPr lang="en-US" dirty="0"/>
              <a:t> a </a:t>
            </a:r>
            <a:r>
              <a:rPr lang="en-US" dirty="0" err="1"/>
              <a:t>változásra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4) “reset” – </a:t>
            </a:r>
            <a:r>
              <a:rPr lang="en-US" dirty="0" err="1"/>
              <a:t>törli</a:t>
            </a:r>
            <a:r>
              <a:rPr lang="en-US" dirty="0"/>
              <a:t> a </a:t>
            </a:r>
            <a:r>
              <a:rPr lang="en-US" dirty="0" err="1"/>
              <a:t>jelenlegi</a:t>
            </a:r>
            <a:r>
              <a:rPr lang="en-US" dirty="0"/>
              <a:t> </a:t>
            </a:r>
            <a:r>
              <a:rPr lang="en-US" dirty="0" err="1"/>
              <a:t>mentett</a:t>
            </a:r>
            <a:r>
              <a:rPr lang="en-US" dirty="0"/>
              <a:t> </a:t>
            </a:r>
            <a:r>
              <a:rPr lang="en-US" dirty="0" err="1"/>
              <a:t>adatfájlt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újat</a:t>
            </a:r>
            <a:r>
              <a:rPr lang="en-US" dirty="0"/>
              <a:t> </a:t>
            </a:r>
            <a:r>
              <a:rPr lang="en-US" dirty="0" err="1"/>
              <a:t>hoz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5) “</a:t>
            </a:r>
            <a:r>
              <a:rPr lang="en-US" dirty="0" err="1"/>
              <a:t>kilep</a:t>
            </a:r>
            <a:r>
              <a:rPr lang="en-US" dirty="0"/>
              <a:t>” – </a:t>
            </a:r>
            <a:r>
              <a:rPr lang="en-US" dirty="0" err="1"/>
              <a:t>menti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adatokat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kilép</a:t>
            </a:r>
            <a:r>
              <a:rPr lang="en-US" dirty="0"/>
              <a:t> a </a:t>
            </a:r>
            <a:r>
              <a:rPr lang="en-US" dirty="0" err="1"/>
              <a:t>programból</a:t>
            </a:r>
            <a:endParaRPr lang="en-US" dirty="0"/>
          </a:p>
          <a:p>
            <a:pPr algn="l"/>
            <a:r>
              <a:rPr lang="en-US" dirty="0"/>
              <a:t>Minden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hibát</a:t>
            </a:r>
            <a:r>
              <a:rPr lang="en-US" dirty="0"/>
              <a:t> ad ki.</a:t>
            </a:r>
          </a:p>
        </p:txBody>
      </p:sp>
    </p:spTree>
    <p:extLst>
      <p:ext uri="{BB962C8B-B14F-4D97-AF65-F5344CB8AC3E}">
        <p14:creationId xmlns:p14="http://schemas.microsoft.com/office/powerpoint/2010/main" val="16687497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E567-0268-7827-0F50-28F14DB4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 err="1"/>
              <a:t>ClearConsole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157F-9F56-300E-123E-599EAB54CEF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2056623"/>
            <a:ext cx="9071640" cy="1828193"/>
          </a:xfrm>
        </p:spPr>
        <p:txBody>
          <a:bodyPr/>
          <a:lstStyle/>
          <a:p>
            <a:pPr algn="l"/>
            <a:r>
              <a:rPr lang="en-US" dirty="0"/>
              <a:t>Nem </a:t>
            </a:r>
            <a:r>
              <a:rPr lang="en-US" dirty="0" err="1"/>
              <a:t>működik</a:t>
            </a:r>
            <a:r>
              <a:rPr lang="en-US" dirty="0"/>
              <a:t>. A java </a:t>
            </a:r>
            <a:r>
              <a:rPr lang="en-US" dirty="0" err="1"/>
              <a:t>újjabb</a:t>
            </a:r>
            <a:r>
              <a:rPr lang="en-US" dirty="0"/>
              <a:t> </a:t>
            </a:r>
            <a:r>
              <a:rPr lang="en-US" dirty="0" err="1"/>
              <a:t>verzióiban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működik</a:t>
            </a:r>
            <a:r>
              <a:rPr lang="en-US" dirty="0"/>
              <a:t>. 50 </a:t>
            </a:r>
            <a:r>
              <a:rPr lang="en-US" dirty="0" err="1"/>
              <a:t>üres</a:t>
            </a:r>
            <a:r>
              <a:rPr lang="en-US" dirty="0"/>
              <a:t> sort </a:t>
            </a:r>
            <a:r>
              <a:rPr lang="en-US" dirty="0" err="1"/>
              <a:t>irat</a:t>
            </a:r>
            <a:r>
              <a:rPr lang="en-US" dirty="0"/>
              <a:t> ki </a:t>
            </a:r>
            <a:r>
              <a:rPr lang="en-US" dirty="0" err="1"/>
              <a:t>kompenzációként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94941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1CED-660F-04EB-B901-43A4BDFA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080625" cy="5670550"/>
          </a:xfrm>
        </p:spPr>
        <p:txBody>
          <a:bodyPr/>
          <a:lstStyle/>
          <a:p>
            <a:r>
              <a:rPr lang="en-US" dirty="0"/>
              <a:t>Molnár </a:t>
            </a:r>
            <a:r>
              <a:rPr lang="en-US" dirty="0" err="1"/>
              <a:t>Máte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22277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41E9-5E05-54D2-B5D2-25A82C57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 err="1"/>
              <a:t>PrintUI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03547-C77B-63AE-2469-6502F73B8CD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</p:spPr>
        <p:txBody>
          <a:bodyPr/>
          <a:lstStyle/>
          <a:p>
            <a:r>
              <a:rPr lang="en-US" dirty="0"/>
              <a:t>Ez </a:t>
            </a:r>
            <a:r>
              <a:rPr lang="en-US" dirty="0" err="1"/>
              <a:t>írja</a:t>
            </a:r>
            <a:r>
              <a:rPr lang="en-US" dirty="0"/>
              <a:t> ki a Console-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5183452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B77D-0876-1DEA-BA7A-8C5F6613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 err="1"/>
              <a:t>GeneralHir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31C5-D57D-9CD8-8F1D-0DD00291742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003999"/>
            <a:ext cx="8984774" cy="3988784"/>
          </a:xfrm>
        </p:spPr>
        <p:txBody>
          <a:bodyPr/>
          <a:lstStyle/>
          <a:p>
            <a:pPr algn="l"/>
            <a:r>
              <a:rPr lang="en-US" sz="3600" dirty="0" err="1"/>
              <a:t>Véletlenszerűen</a:t>
            </a:r>
            <a:r>
              <a:rPr lang="en-US" sz="3600" dirty="0"/>
              <a:t> </a:t>
            </a:r>
            <a:r>
              <a:rPr lang="en-US" sz="3600" dirty="0" err="1"/>
              <a:t>generált</a:t>
            </a:r>
            <a:r>
              <a:rPr lang="en-US" sz="3600" dirty="0"/>
              <a:t> </a:t>
            </a:r>
            <a:r>
              <a:rPr lang="en-US" sz="3600" dirty="0" err="1"/>
              <a:t>számok</a:t>
            </a:r>
            <a:r>
              <a:rPr lang="en-US" sz="3600" dirty="0"/>
              <a:t> </a:t>
            </a:r>
            <a:r>
              <a:rPr lang="en-US" sz="3600" dirty="0" err="1"/>
              <a:t>segítségével</a:t>
            </a:r>
            <a:r>
              <a:rPr lang="en-US" sz="3600" dirty="0"/>
              <a:t> </a:t>
            </a:r>
            <a:r>
              <a:rPr lang="en-US" sz="3600" dirty="0" err="1"/>
              <a:t>két</a:t>
            </a:r>
            <a:r>
              <a:rPr lang="en-US" sz="3600" dirty="0"/>
              <a:t> </a:t>
            </a:r>
            <a:r>
              <a:rPr lang="en-US" sz="3600" dirty="0" err="1"/>
              <a:t>tömbből</a:t>
            </a:r>
            <a:r>
              <a:rPr lang="en-US" sz="3600" dirty="0"/>
              <a:t> </a:t>
            </a:r>
            <a:r>
              <a:rPr lang="en-US" sz="3600" dirty="0" err="1"/>
              <a:t>választ</a:t>
            </a:r>
            <a:r>
              <a:rPr lang="en-US" sz="3600" dirty="0"/>
              <a:t> ki </a:t>
            </a:r>
            <a:r>
              <a:rPr lang="en-US" sz="3600" dirty="0" err="1"/>
              <a:t>egy</a:t>
            </a:r>
            <a:r>
              <a:rPr lang="en-US" sz="3600" dirty="0"/>
              <a:t> </a:t>
            </a:r>
            <a:r>
              <a:rPr lang="en-US" sz="3600" dirty="0" err="1"/>
              <a:t>hírt</a:t>
            </a:r>
            <a:r>
              <a:rPr lang="en-US" sz="3600" dirty="0"/>
              <a:t> </a:t>
            </a:r>
            <a:r>
              <a:rPr lang="en-US" sz="3600" dirty="0" err="1"/>
              <a:t>minden</a:t>
            </a:r>
            <a:r>
              <a:rPr lang="en-US" sz="3600" dirty="0"/>
              <a:t> </a:t>
            </a:r>
            <a:r>
              <a:rPr lang="en-US" sz="3600" dirty="0" err="1"/>
              <a:t>cég</a:t>
            </a:r>
            <a:r>
              <a:rPr lang="en-US" sz="3600" dirty="0"/>
              <a:t> </a:t>
            </a:r>
            <a:r>
              <a:rPr lang="en-US" sz="3600" dirty="0" err="1"/>
              <a:t>számára</a:t>
            </a:r>
            <a:r>
              <a:rPr lang="en-US" sz="3600" dirty="0"/>
              <a:t>. </a:t>
            </a:r>
            <a:r>
              <a:rPr lang="en-US" sz="3600" dirty="0" err="1"/>
              <a:t>Hogyha</a:t>
            </a:r>
            <a:r>
              <a:rPr lang="en-US" sz="3600" dirty="0"/>
              <a:t> a </a:t>
            </a:r>
            <a:r>
              <a:rPr lang="en-US" sz="3600" dirty="0" err="1"/>
              <a:t>pozitív</a:t>
            </a:r>
            <a:r>
              <a:rPr lang="en-US" sz="3600" dirty="0"/>
              <a:t> </a:t>
            </a:r>
            <a:r>
              <a:rPr lang="en-US" sz="3600" dirty="0" err="1"/>
              <a:t>tömbből</a:t>
            </a:r>
            <a:r>
              <a:rPr lang="en-US" sz="3600" dirty="0"/>
              <a:t> </a:t>
            </a:r>
            <a:r>
              <a:rPr lang="en-US" sz="3600" dirty="0" err="1"/>
              <a:t>generál</a:t>
            </a:r>
            <a:r>
              <a:rPr lang="en-US" sz="3600" dirty="0"/>
              <a:t> </a:t>
            </a:r>
            <a:r>
              <a:rPr lang="en-US" sz="3600" dirty="0" err="1"/>
              <a:t>egyet</a:t>
            </a:r>
            <a:r>
              <a:rPr lang="en-US" sz="3600" dirty="0"/>
              <a:t> </a:t>
            </a:r>
            <a:r>
              <a:rPr lang="en-US" sz="3600" dirty="0" err="1"/>
              <a:t>akkor</a:t>
            </a:r>
            <a:r>
              <a:rPr lang="en-US" sz="3600" dirty="0"/>
              <a:t> </a:t>
            </a:r>
            <a:r>
              <a:rPr lang="en-US" sz="3600" dirty="0" err="1"/>
              <a:t>az</a:t>
            </a:r>
            <a:r>
              <a:rPr lang="en-US" sz="3600" dirty="0"/>
              <a:t> </a:t>
            </a:r>
            <a:r>
              <a:rPr lang="en-US" sz="3600" dirty="0" err="1"/>
              <a:t>árfolyamot</a:t>
            </a:r>
            <a:r>
              <a:rPr lang="en-US" sz="3600" dirty="0"/>
              <a:t> </a:t>
            </a:r>
            <a:r>
              <a:rPr lang="en-US" sz="3600" dirty="0" err="1"/>
              <a:t>megnöveli</a:t>
            </a:r>
            <a:r>
              <a:rPr lang="en-US" sz="3600" dirty="0"/>
              <a:t> a </a:t>
            </a:r>
            <a:r>
              <a:rPr lang="en-US" sz="3600" dirty="0" err="1"/>
              <a:t>jelenlegi</a:t>
            </a:r>
            <a:r>
              <a:rPr lang="en-US" sz="3600" dirty="0"/>
              <a:t> </a:t>
            </a:r>
            <a:r>
              <a:rPr lang="en-US" sz="3600" dirty="0" err="1"/>
              <a:t>ára</a:t>
            </a:r>
            <a:r>
              <a:rPr lang="en-US" sz="3600" dirty="0"/>
              <a:t> 1.5%-val. </a:t>
            </a:r>
            <a:r>
              <a:rPr lang="en-US" sz="3600" dirty="0" err="1"/>
              <a:t>Amennyiben</a:t>
            </a:r>
            <a:r>
              <a:rPr lang="en-US" sz="3600" dirty="0"/>
              <a:t> a </a:t>
            </a:r>
            <a:r>
              <a:rPr lang="en-US" sz="3600" dirty="0" err="1"/>
              <a:t>negatív</a:t>
            </a:r>
            <a:r>
              <a:rPr lang="en-US" sz="3600" dirty="0"/>
              <a:t> </a:t>
            </a:r>
            <a:r>
              <a:rPr lang="en-US" sz="3600" dirty="0" err="1"/>
              <a:t>tömbből</a:t>
            </a:r>
            <a:r>
              <a:rPr lang="en-US" sz="3600" dirty="0"/>
              <a:t> </a:t>
            </a:r>
            <a:r>
              <a:rPr lang="en-US" sz="3600" dirty="0" err="1"/>
              <a:t>generál</a:t>
            </a:r>
            <a:r>
              <a:rPr lang="en-US" sz="3600" dirty="0"/>
              <a:t> </a:t>
            </a:r>
            <a:r>
              <a:rPr lang="en-US" sz="3600" dirty="0" err="1"/>
              <a:t>számot</a:t>
            </a:r>
            <a:r>
              <a:rPr lang="en-US" sz="3600" dirty="0"/>
              <a:t> </a:t>
            </a:r>
            <a:r>
              <a:rPr lang="en-US" sz="3600" dirty="0" err="1"/>
              <a:t>akkor</a:t>
            </a:r>
            <a:r>
              <a:rPr lang="en-US" sz="3600" dirty="0"/>
              <a:t> </a:t>
            </a:r>
            <a:r>
              <a:rPr lang="en-US" sz="3600" dirty="0" err="1"/>
              <a:t>az</a:t>
            </a:r>
            <a:r>
              <a:rPr lang="en-US" sz="3600" dirty="0"/>
              <a:t> </a:t>
            </a:r>
            <a:r>
              <a:rPr lang="en-US" sz="3600" dirty="0" err="1"/>
              <a:t>árfolyamot</a:t>
            </a:r>
            <a:r>
              <a:rPr lang="en-US" sz="3600" dirty="0"/>
              <a:t> </a:t>
            </a:r>
            <a:r>
              <a:rPr lang="en-US" sz="3600" dirty="0" err="1"/>
              <a:t>csökkenti</a:t>
            </a:r>
            <a:r>
              <a:rPr lang="en-US" sz="3600" dirty="0"/>
              <a:t> a </a:t>
            </a:r>
            <a:r>
              <a:rPr lang="en-US" sz="3600" dirty="0" err="1"/>
              <a:t>jelenlegi</a:t>
            </a:r>
            <a:r>
              <a:rPr lang="en-US" sz="3600" dirty="0"/>
              <a:t> </a:t>
            </a:r>
            <a:r>
              <a:rPr lang="en-US" sz="3600" dirty="0" err="1"/>
              <a:t>ára</a:t>
            </a:r>
            <a:r>
              <a:rPr lang="en-US" sz="3600" dirty="0"/>
              <a:t> 1.5%-val.</a:t>
            </a:r>
          </a:p>
        </p:txBody>
      </p:sp>
    </p:spTree>
    <p:extLst>
      <p:ext uri="{BB962C8B-B14F-4D97-AF65-F5344CB8AC3E}">
        <p14:creationId xmlns:p14="http://schemas.microsoft.com/office/powerpoint/2010/main" val="380169470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0450-3F5E-2F0F-7B0E-B007B72D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 err="1"/>
              <a:t>Tranzakció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E302-3E34-0D99-12EC-703FAC013B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521473"/>
            <a:ext cx="9071640" cy="3288240"/>
          </a:xfrm>
        </p:spPr>
        <p:txBody>
          <a:bodyPr>
            <a:noAutofit/>
          </a:bodyPr>
          <a:lstStyle/>
          <a:p>
            <a:pPr algn="l"/>
            <a:r>
              <a:rPr lang="en-US" sz="3600" dirty="0" err="1"/>
              <a:t>Vételnél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</a:t>
            </a:r>
            <a:r>
              <a:rPr lang="en-US" sz="3600" dirty="0" err="1"/>
              <a:t>eladásnál</a:t>
            </a:r>
            <a:r>
              <a:rPr lang="en-US" sz="3600" dirty="0"/>
              <a:t> is scanner-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adjuk</a:t>
            </a:r>
            <a:r>
              <a:rPr lang="en-US" sz="3600" dirty="0"/>
              <a:t> meg </a:t>
            </a:r>
            <a:r>
              <a:rPr lang="en-US" sz="3600" dirty="0" err="1"/>
              <a:t>hogy</a:t>
            </a:r>
            <a:r>
              <a:rPr lang="en-US" sz="3600" dirty="0"/>
              <a:t> </a:t>
            </a:r>
            <a:r>
              <a:rPr lang="en-US" sz="3600" dirty="0" err="1"/>
              <a:t>miből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</a:t>
            </a:r>
            <a:r>
              <a:rPr lang="en-US" sz="3600" dirty="0" err="1"/>
              <a:t>mennyit</a:t>
            </a:r>
            <a:r>
              <a:rPr lang="en-US" sz="3600" dirty="0"/>
              <a:t> </a:t>
            </a:r>
            <a:r>
              <a:rPr lang="en-US" sz="3600" dirty="0" err="1"/>
              <a:t>akarunk</a:t>
            </a:r>
            <a:r>
              <a:rPr lang="en-US" sz="3600" dirty="0"/>
              <a:t> </a:t>
            </a:r>
            <a:r>
              <a:rPr lang="en-US" sz="3600" dirty="0" err="1"/>
              <a:t>venni</a:t>
            </a:r>
            <a:r>
              <a:rPr lang="en-US" sz="3600" dirty="0"/>
              <a:t> / </a:t>
            </a:r>
            <a:r>
              <a:rPr lang="en-US" sz="3600" dirty="0" err="1"/>
              <a:t>eladni</a:t>
            </a:r>
            <a:r>
              <a:rPr lang="en-US" sz="3600" dirty="0"/>
              <a:t>.</a:t>
            </a:r>
          </a:p>
          <a:p>
            <a:pPr algn="l"/>
            <a:r>
              <a:rPr lang="en-US" sz="3600" dirty="0" err="1"/>
              <a:t>Hogyha</a:t>
            </a:r>
            <a:r>
              <a:rPr lang="en-US" sz="3600" dirty="0"/>
              <a:t> </a:t>
            </a:r>
            <a:r>
              <a:rPr lang="en-US" sz="3600" dirty="0" err="1"/>
              <a:t>nincsen</a:t>
            </a:r>
            <a:r>
              <a:rPr lang="en-US" sz="3600" dirty="0"/>
              <a:t> </a:t>
            </a:r>
            <a:r>
              <a:rPr lang="en-US" sz="3600" dirty="0" err="1"/>
              <a:t>részvényünk</a:t>
            </a:r>
            <a:r>
              <a:rPr lang="en-US" sz="3600" dirty="0"/>
              <a:t> </a:t>
            </a:r>
            <a:r>
              <a:rPr lang="en-US" sz="3600" dirty="0" err="1"/>
              <a:t>amiből</a:t>
            </a:r>
            <a:r>
              <a:rPr lang="en-US" sz="3600" dirty="0"/>
              <a:t> </a:t>
            </a:r>
            <a:r>
              <a:rPr lang="en-US" sz="3600" dirty="0" err="1"/>
              <a:t>tudnánk</a:t>
            </a:r>
            <a:r>
              <a:rPr lang="en-US" sz="3600" dirty="0"/>
              <a:t> </a:t>
            </a:r>
            <a:r>
              <a:rPr lang="en-US" sz="3600" dirty="0" err="1"/>
              <a:t>eladni</a:t>
            </a:r>
            <a:r>
              <a:rPr lang="en-US" sz="3600" dirty="0"/>
              <a:t> </a:t>
            </a:r>
            <a:r>
              <a:rPr lang="en-US" sz="3600" dirty="0" err="1"/>
              <a:t>akkor</a:t>
            </a:r>
            <a:r>
              <a:rPr lang="en-US" sz="3600" dirty="0"/>
              <a:t> </a:t>
            </a:r>
            <a:r>
              <a:rPr lang="en-US" sz="3600" dirty="0" err="1"/>
              <a:t>hibát</a:t>
            </a:r>
            <a:r>
              <a:rPr lang="en-US" sz="3600" dirty="0"/>
              <a:t> ad ki a </a:t>
            </a:r>
            <a:r>
              <a:rPr lang="en-US" sz="3600" dirty="0" err="1"/>
              <a:t>rendszer</a:t>
            </a:r>
            <a:r>
              <a:rPr lang="en-US" sz="3600" dirty="0"/>
              <a:t>.</a:t>
            </a:r>
          </a:p>
          <a:p>
            <a:pPr algn="l"/>
            <a:r>
              <a:rPr lang="en-US" sz="3600" dirty="0" err="1"/>
              <a:t>Hogyha</a:t>
            </a:r>
            <a:r>
              <a:rPr lang="en-US" sz="3600" dirty="0"/>
              <a:t> van </a:t>
            </a:r>
            <a:r>
              <a:rPr lang="en-US" sz="3600" dirty="0" err="1"/>
              <a:t>részvényünk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</a:t>
            </a:r>
            <a:r>
              <a:rPr lang="en-US" sz="3600" dirty="0" err="1"/>
              <a:t>eladjuk</a:t>
            </a:r>
            <a:r>
              <a:rPr lang="en-US" sz="3600" dirty="0"/>
              <a:t> </a:t>
            </a:r>
            <a:r>
              <a:rPr lang="en-US" sz="3600" dirty="0" err="1"/>
              <a:t>akkor</a:t>
            </a:r>
            <a:r>
              <a:rPr lang="en-US" sz="3600" dirty="0"/>
              <a:t> a </a:t>
            </a:r>
            <a:r>
              <a:rPr lang="en-US" sz="3600" dirty="0" err="1"/>
              <a:t>kiválasztott</a:t>
            </a:r>
            <a:r>
              <a:rPr lang="en-US" sz="3600" dirty="0"/>
              <a:t> </a:t>
            </a:r>
            <a:r>
              <a:rPr lang="en-US" sz="3600" dirty="0" err="1"/>
              <a:t>mennyiséget</a:t>
            </a:r>
            <a:r>
              <a:rPr lang="en-US" sz="3600" dirty="0"/>
              <a:t> </a:t>
            </a:r>
            <a:r>
              <a:rPr lang="en-US" sz="3600" dirty="0" err="1"/>
              <a:t>megszorozza</a:t>
            </a:r>
            <a:r>
              <a:rPr lang="en-US" sz="3600" dirty="0"/>
              <a:t> a </a:t>
            </a:r>
            <a:r>
              <a:rPr lang="en-US" sz="3600" dirty="0" err="1"/>
              <a:t>részvényárfolyammal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</a:t>
            </a:r>
            <a:r>
              <a:rPr lang="en-US" sz="3600" dirty="0" err="1"/>
              <a:t>hozzáadja</a:t>
            </a:r>
            <a:r>
              <a:rPr lang="en-US" sz="3600" dirty="0"/>
              <a:t> a </a:t>
            </a:r>
            <a:r>
              <a:rPr lang="en-US" sz="3600" dirty="0" err="1"/>
              <a:t>egyenlegünkhöz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212515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6CDF-AB5D-A22E-3CA5-BE75BC65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 err="1"/>
              <a:t>Tranzakció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F3F5-CCD9-4CDD-CF39-A4D36ED2B05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142527"/>
            <a:ext cx="9071640" cy="3656386"/>
          </a:xfrm>
        </p:spPr>
        <p:txBody>
          <a:bodyPr/>
          <a:lstStyle/>
          <a:p>
            <a:pPr algn="l"/>
            <a:r>
              <a:rPr lang="en-US" dirty="0" err="1"/>
              <a:t>Vételnél</a:t>
            </a:r>
            <a:r>
              <a:rPr lang="en-US" dirty="0"/>
              <a:t> </a:t>
            </a:r>
            <a:r>
              <a:rPr lang="en-US" dirty="0" err="1"/>
              <a:t>figyelni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arra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kiválasztott</a:t>
            </a:r>
            <a:r>
              <a:rPr lang="en-US" dirty="0"/>
              <a:t> </a:t>
            </a:r>
            <a:r>
              <a:rPr lang="en-US" dirty="0" err="1"/>
              <a:t>mennyiséget</a:t>
            </a:r>
            <a:r>
              <a:rPr lang="en-US" dirty="0"/>
              <a:t> </a:t>
            </a:r>
            <a:r>
              <a:rPr lang="en-US" dirty="0" err="1"/>
              <a:t>megszorozza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árfolyammal</a:t>
            </a:r>
            <a:r>
              <a:rPr lang="en-US" dirty="0"/>
              <a:t>.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megy</a:t>
            </a:r>
            <a:r>
              <a:rPr lang="en-US" dirty="0"/>
              <a:t> </a:t>
            </a:r>
            <a:r>
              <a:rPr lang="en-US" dirty="0" err="1"/>
              <a:t>végbe</a:t>
            </a:r>
            <a:r>
              <a:rPr lang="en-US" dirty="0"/>
              <a:t> a </a:t>
            </a:r>
            <a:r>
              <a:rPr lang="en-US" dirty="0" err="1"/>
              <a:t>tranzakció</a:t>
            </a:r>
            <a:r>
              <a:rPr lang="en-US" dirty="0"/>
              <a:t> </a:t>
            </a:r>
            <a:r>
              <a:rPr lang="en-US" dirty="0" err="1"/>
              <a:t>hogyha</a:t>
            </a:r>
            <a:r>
              <a:rPr lang="en-US" dirty="0"/>
              <a:t> van </a:t>
            </a:r>
            <a:r>
              <a:rPr lang="en-US" dirty="0" err="1"/>
              <a:t>elég</a:t>
            </a:r>
            <a:r>
              <a:rPr lang="en-US" dirty="0"/>
              <a:t> </a:t>
            </a:r>
            <a:r>
              <a:rPr lang="en-US" dirty="0" err="1"/>
              <a:t>pénzünk</a:t>
            </a:r>
            <a:r>
              <a:rPr lang="en-US" dirty="0"/>
              <a:t> </a:t>
            </a:r>
            <a:r>
              <a:rPr lang="en-US" dirty="0" err="1"/>
              <a:t>arra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megvegyük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2054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92BA-76DF-ACC3-8AD7-4AA3B716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89903"/>
            <a:ext cx="9071640" cy="1218795"/>
          </a:xfrm>
        </p:spPr>
        <p:txBody>
          <a:bodyPr/>
          <a:lstStyle/>
          <a:p>
            <a:r>
              <a:rPr lang="en-US" dirty="0" err="1"/>
              <a:t>ujJatek</a:t>
            </a:r>
            <a:r>
              <a:rPr lang="en-US" dirty="0"/>
              <a:t>, </a:t>
            </a:r>
            <a:r>
              <a:rPr lang="en-US" dirty="0" err="1"/>
              <a:t>mentesAdatok</a:t>
            </a:r>
            <a:r>
              <a:rPr lang="en-US" dirty="0"/>
              <a:t>, </a:t>
            </a:r>
            <a:r>
              <a:rPr lang="en-US" dirty="0" err="1"/>
              <a:t>betoltAdatok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A589-28B8-5D18-CEAC-1D568824AB4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425660"/>
            <a:ext cx="9071640" cy="3288240"/>
          </a:xfrm>
        </p:spPr>
        <p:txBody>
          <a:bodyPr>
            <a:noAutofit/>
          </a:bodyPr>
          <a:lstStyle/>
          <a:p>
            <a:pPr algn="l"/>
            <a:r>
              <a:rPr lang="en-US" sz="2800" dirty="0" err="1"/>
              <a:t>ujJatek</a:t>
            </a:r>
            <a:r>
              <a:rPr lang="en-US" sz="2800" dirty="0"/>
              <a:t> – A program </a:t>
            </a:r>
            <a:r>
              <a:rPr lang="en-US" sz="2800" dirty="0" err="1"/>
              <a:t>megnézi</a:t>
            </a:r>
            <a:r>
              <a:rPr lang="en-US" sz="2800" dirty="0"/>
              <a:t> </a:t>
            </a:r>
            <a:r>
              <a:rPr lang="en-US" sz="2800" dirty="0" err="1"/>
              <a:t>hogy</a:t>
            </a:r>
            <a:r>
              <a:rPr lang="en-US" sz="2800" dirty="0"/>
              <a:t> van-e </a:t>
            </a:r>
            <a:r>
              <a:rPr lang="en-US" sz="2800" dirty="0" err="1"/>
              <a:t>mentésünk</a:t>
            </a:r>
            <a:r>
              <a:rPr lang="en-US" sz="2800" dirty="0"/>
              <a:t>, ha van </a:t>
            </a:r>
            <a:r>
              <a:rPr lang="en-US" sz="2800" dirty="0" err="1"/>
              <a:t>akkor</a:t>
            </a:r>
            <a:r>
              <a:rPr lang="en-US" sz="2800" dirty="0"/>
              <a:t> </a:t>
            </a:r>
            <a:r>
              <a:rPr lang="en-US" sz="2800" dirty="0" err="1"/>
              <a:t>törli</a:t>
            </a:r>
            <a:r>
              <a:rPr lang="en-US" sz="2800" dirty="0"/>
              <a:t> </a:t>
            </a:r>
            <a:r>
              <a:rPr lang="en-US" sz="2800" dirty="0" err="1"/>
              <a:t>és</a:t>
            </a:r>
            <a:r>
              <a:rPr lang="en-US" sz="2800" dirty="0"/>
              <a:t> </a:t>
            </a:r>
            <a:r>
              <a:rPr lang="en-US" sz="2800" dirty="0" err="1"/>
              <a:t>létrehoz</a:t>
            </a:r>
            <a:r>
              <a:rPr lang="en-US" sz="2800" dirty="0"/>
              <a:t> </a:t>
            </a:r>
            <a:r>
              <a:rPr lang="en-US" sz="2800" dirty="0" err="1"/>
              <a:t>egy</a:t>
            </a:r>
            <a:r>
              <a:rPr lang="en-US" sz="2800" dirty="0"/>
              <a:t> </a:t>
            </a:r>
            <a:r>
              <a:rPr lang="en-US" sz="2800" dirty="0" err="1"/>
              <a:t>újat</a:t>
            </a:r>
            <a:r>
              <a:rPr lang="en-US" sz="2800" dirty="0"/>
              <a:t>. Minden </a:t>
            </a:r>
            <a:r>
              <a:rPr lang="en-US" sz="2800" dirty="0" err="1"/>
              <a:t>adat</a:t>
            </a:r>
            <a:r>
              <a:rPr lang="en-US" sz="2800" dirty="0"/>
              <a:t> (</a:t>
            </a:r>
            <a:r>
              <a:rPr lang="en-US" sz="2800" dirty="0" err="1"/>
              <a:t>egyenleg</a:t>
            </a:r>
            <a:r>
              <a:rPr lang="en-US" sz="2800" dirty="0"/>
              <a:t>, </a:t>
            </a:r>
            <a:r>
              <a:rPr lang="en-US" sz="2800" dirty="0" err="1"/>
              <a:t>részvények</a:t>
            </a:r>
            <a:r>
              <a:rPr lang="en-US" sz="2800" dirty="0"/>
              <a:t>, </a:t>
            </a:r>
            <a:r>
              <a:rPr lang="en-US" sz="2800" dirty="0" err="1"/>
              <a:t>részvényárfolyamok</a:t>
            </a:r>
            <a:r>
              <a:rPr lang="en-US" sz="2800" dirty="0"/>
              <a:t>) </a:t>
            </a:r>
            <a:r>
              <a:rPr lang="en-US" sz="2800" dirty="0" err="1"/>
              <a:t>alaphelyzetbe</a:t>
            </a:r>
            <a:r>
              <a:rPr lang="en-US" sz="2800" dirty="0"/>
              <a:t> </a:t>
            </a:r>
            <a:r>
              <a:rPr lang="en-US" sz="2800" dirty="0" err="1"/>
              <a:t>állítódnak</a:t>
            </a:r>
            <a:r>
              <a:rPr lang="en-US" sz="2800" dirty="0"/>
              <a:t>.</a:t>
            </a:r>
          </a:p>
          <a:p>
            <a:pPr algn="l"/>
            <a:r>
              <a:rPr lang="en-US" sz="2800" dirty="0" err="1"/>
              <a:t>mentesAdatok</a:t>
            </a:r>
            <a:r>
              <a:rPr lang="en-US" sz="2800" dirty="0"/>
              <a:t> – A </a:t>
            </a:r>
            <a:r>
              <a:rPr lang="en-US" sz="2800" dirty="0" err="1"/>
              <a:t>létrehozott</a:t>
            </a:r>
            <a:r>
              <a:rPr lang="en-US" sz="2800" dirty="0"/>
              <a:t> user_data.dat </a:t>
            </a:r>
            <a:r>
              <a:rPr lang="en-US" sz="2800" dirty="0" err="1"/>
              <a:t>fájlba</a:t>
            </a:r>
            <a:r>
              <a:rPr lang="en-US" sz="2800" dirty="0"/>
              <a:t> </a:t>
            </a:r>
            <a:r>
              <a:rPr lang="en-US" sz="2800" dirty="0" err="1"/>
              <a:t>elmenti</a:t>
            </a:r>
            <a:r>
              <a:rPr lang="en-US" sz="2800" dirty="0"/>
              <a:t> a </a:t>
            </a:r>
            <a:r>
              <a:rPr lang="en-US" sz="2800" dirty="0" err="1"/>
              <a:t>felhasználó</a:t>
            </a:r>
            <a:r>
              <a:rPr lang="en-US" sz="2800" dirty="0"/>
              <a:t> </a:t>
            </a:r>
            <a:r>
              <a:rPr lang="en-US" sz="2800" dirty="0" err="1"/>
              <a:t>adatait</a:t>
            </a:r>
            <a:r>
              <a:rPr lang="en-US" sz="2800" dirty="0"/>
              <a:t>.</a:t>
            </a:r>
          </a:p>
          <a:p>
            <a:pPr algn="l"/>
            <a:r>
              <a:rPr lang="en-US" sz="2800" dirty="0" err="1"/>
              <a:t>betoltAdatok</a:t>
            </a:r>
            <a:r>
              <a:rPr lang="en-US" sz="2800" dirty="0"/>
              <a:t> – A program </a:t>
            </a:r>
            <a:r>
              <a:rPr lang="en-US" sz="2800" dirty="0" err="1"/>
              <a:t>indulásakor</a:t>
            </a:r>
            <a:r>
              <a:rPr lang="en-US" sz="2800" dirty="0"/>
              <a:t> a </a:t>
            </a:r>
            <a:r>
              <a:rPr lang="en-US" sz="2800" dirty="0" err="1"/>
              <a:t>rendszer</a:t>
            </a:r>
            <a:r>
              <a:rPr lang="en-US" sz="2800" dirty="0"/>
              <a:t> </a:t>
            </a:r>
            <a:r>
              <a:rPr lang="en-US" sz="2800" dirty="0" err="1"/>
              <a:t>megnézi</a:t>
            </a:r>
            <a:r>
              <a:rPr lang="en-US" sz="2800" dirty="0"/>
              <a:t> </a:t>
            </a:r>
            <a:r>
              <a:rPr lang="en-US" sz="2800" dirty="0" err="1"/>
              <a:t>hogy</a:t>
            </a:r>
            <a:r>
              <a:rPr lang="en-US" sz="2800" dirty="0"/>
              <a:t> van-e </a:t>
            </a:r>
            <a:r>
              <a:rPr lang="en-US" sz="2800" dirty="0" err="1"/>
              <a:t>mentésfáljunk</a:t>
            </a:r>
            <a:r>
              <a:rPr lang="en-US" sz="2800" dirty="0"/>
              <a:t>, ha van </a:t>
            </a:r>
            <a:r>
              <a:rPr lang="en-US" sz="2800" dirty="0" err="1"/>
              <a:t>akkor</a:t>
            </a:r>
            <a:r>
              <a:rPr lang="en-US" sz="2800" dirty="0"/>
              <a:t> </a:t>
            </a:r>
            <a:r>
              <a:rPr lang="en-US" sz="2800" dirty="0" err="1"/>
              <a:t>betölti</a:t>
            </a:r>
            <a:r>
              <a:rPr lang="en-US" sz="2800" dirty="0"/>
              <a:t> </a:t>
            </a:r>
            <a:r>
              <a:rPr lang="en-US" sz="2800" dirty="0" err="1"/>
              <a:t>az</a:t>
            </a:r>
            <a:r>
              <a:rPr lang="en-US" sz="2800" dirty="0"/>
              <a:t> </a:t>
            </a:r>
            <a:r>
              <a:rPr lang="en-US" sz="2800" dirty="0" err="1"/>
              <a:t>adatokat</a:t>
            </a:r>
            <a:r>
              <a:rPr lang="en-US" sz="2800" dirty="0"/>
              <a:t>. Ha a </a:t>
            </a:r>
            <a:r>
              <a:rPr lang="en-US" sz="2800" dirty="0" err="1"/>
              <a:t>fálj</a:t>
            </a:r>
            <a:r>
              <a:rPr lang="en-US" sz="2800" dirty="0"/>
              <a:t> </a:t>
            </a:r>
            <a:r>
              <a:rPr lang="en-US" sz="2800" dirty="0" err="1"/>
              <a:t>nem</a:t>
            </a:r>
            <a:r>
              <a:rPr lang="en-US" sz="2800" dirty="0"/>
              <a:t> </a:t>
            </a:r>
            <a:r>
              <a:rPr lang="en-US" sz="2800" dirty="0" err="1"/>
              <a:t>létezik</a:t>
            </a:r>
            <a:r>
              <a:rPr lang="en-US" sz="2800" dirty="0"/>
              <a:t> </a:t>
            </a:r>
            <a:r>
              <a:rPr lang="en-US" sz="2800" dirty="0" err="1"/>
              <a:t>vagy</a:t>
            </a:r>
            <a:r>
              <a:rPr lang="en-US" sz="2800" dirty="0"/>
              <a:t> </a:t>
            </a:r>
            <a:r>
              <a:rPr lang="en-US" sz="2800" dirty="0" err="1"/>
              <a:t>nem</a:t>
            </a:r>
            <a:r>
              <a:rPr lang="en-US" sz="2800" dirty="0"/>
              <a:t> </a:t>
            </a:r>
            <a:r>
              <a:rPr lang="en-US" sz="2800" dirty="0" err="1"/>
              <a:t>elérhető</a:t>
            </a:r>
            <a:r>
              <a:rPr lang="en-US" sz="2800" dirty="0"/>
              <a:t> </a:t>
            </a:r>
            <a:r>
              <a:rPr lang="en-US" sz="2800" dirty="0" err="1"/>
              <a:t>akkor</a:t>
            </a:r>
            <a:r>
              <a:rPr lang="en-US" sz="2800" dirty="0"/>
              <a:t> </a:t>
            </a:r>
            <a:r>
              <a:rPr lang="en-US" sz="2800" dirty="0" err="1"/>
              <a:t>hibát</a:t>
            </a:r>
            <a:r>
              <a:rPr lang="en-US" sz="2800" dirty="0"/>
              <a:t> ad ki.</a:t>
            </a:r>
          </a:p>
        </p:txBody>
      </p:sp>
    </p:spTree>
    <p:extLst>
      <p:ext uri="{BB962C8B-B14F-4D97-AF65-F5344CB8AC3E}">
        <p14:creationId xmlns:p14="http://schemas.microsoft.com/office/powerpoint/2010/main" val="279195793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1D09-D7EB-11A1-1765-13EBD93B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080625" cy="5670549"/>
          </a:xfrm>
        </p:spPr>
        <p:txBody>
          <a:bodyPr/>
          <a:lstStyle/>
          <a:p>
            <a:r>
              <a:rPr lang="en-US" dirty="0" err="1"/>
              <a:t>Köszönjuk</a:t>
            </a:r>
            <a:r>
              <a:rPr lang="en-US" dirty="0"/>
              <a:t> a </a:t>
            </a:r>
            <a:r>
              <a:rPr lang="en-US" dirty="0" err="1"/>
              <a:t>figyelmet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8106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462</Words>
  <Application>Microsoft Office PowerPoint</Application>
  <PresentationFormat>Egyéni</PresentationFormat>
  <Paragraphs>44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2" baseType="lpstr">
      <vt:lpstr>Arial</vt:lpstr>
      <vt:lpstr>Droid Sans</vt:lpstr>
      <vt:lpstr>Symbol</vt:lpstr>
      <vt:lpstr>Times New Roman</vt:lpstr>
      <vt:lpstr>Wingdings</vt:lpstr>
      <vt:lpstr>Office</vt:lpstr>
      <vt:lpstr>2 Hetes Projektfeladat</vt:lpstr>
      <vt:lpstr>2 Hetes Projektfeladat</vt:lpstr>
      <vt:lpstr>A lényeg</vt:lpstr>
      <vt:lpstr>Majchrics Roland</vt:lpstr>
      <vt:lpstr>Minden a main előtt</vt:lpstr>
      <vt:lpstr>main</vt:lpstr>
      <vt:lpstr>main</vt:lpstr>
      <vt:lpstr>Switch-case</vt:lpstr>
      <vt:lpstr>ClearConsole</vt:lpstr>
      <vt:lpstr>Molnár Máte</vt:lpstr>
      <vt:lpstr>PrintUI</vt:lpstr>
      <vt:lpstr>GeneralHir</vt:lpstr>
      <vt:lpstr>Tranzakció</vt:lpstr>
      <vt:lpstr>Tranzakció</vt:lpstr>
      <vt:lpstr>ujJatek, mentesAdatok, betoltAdatok</vt:lpstr>
      <vt:lpstr>Köszönjuk a figyelmet.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Hetes Projektfeladat</dc:title>
  <dc:subject/>
  <dc:creator>Asdfghj Qwertyui</dc:creator>
  <dc:description/>
  <cp:lastModifiedBy>Roland Majchrics</cp:lastModifiedBy>
  <cp:revision>4</cp:revision>
  <dcterms:created xsi:type="dcterms:W3CDTF">2026-05-24T08:57:38Z</dcterms:created>
  <dcterms:modified xsi:type="dcterms:W3CDTF">2026-05-27T07:49:17Z</dcterms:modified>
  <dc:language>en-US</dc:language>
</cp:coreProperties>
</file>